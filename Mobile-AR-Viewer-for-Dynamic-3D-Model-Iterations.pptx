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Unbounded"/>
      <p:regular r:id="rId14"/>
    </p:embeddedFont>
    <p:embeddedFont>
      <p:font typeface="Unbounded"/>
      <p:regular r:id="rId15"/>
    </p:embeddedFont>
    <p:embeddedFont>
      <p:font typeface="Open Sans"/>
      <p:regular r:id="rId16"/>
    </p:embeddedFont>
    <p:embeddedFont>
      <p:font typeface="Open Sans"/>
      <p:regular r:id="rId17"/>
    </p:embeddedFont>
    <p:embeddedFont>
      <p:font typeface="Open Sans"/>
      <p:regular r:id="rId18"/>
    </p:embeddedFont>
    <p:embeddedFont>
      <p:font typeface="Open Sans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6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6F5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1988820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Mobile AR Viewer for Dynamic 3D Model Iterations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445531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mobile augmented reality application that brings evolving 3D engineering models into the real world — built from scratch by a team of AR engineers and app developers.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5806797"/>
            <a:ext cx="2675215" cy="426244"/>
          </a:xfrm>
          <a:prstGeom prst="roundRect">
            <a:avLst>
              <a:gd name="adj" fmla="val 17880"/>
            </a:avLst>
          </a:prstGeom>
          <a:solidFill>
            <a:srgbClr val="D6F5EE"/>
          </a:solidFill>
          <a:ln/>
        </p:spPr>
      </p:sp>
      <p:sp>
        <p:nvSpPr>
          <p:cNvPr id="7" name="Text 4"/>
          <p:cNvSpPr/>
          <p:nvPr/>
        </p:nvSpPr>
        <p:spPr>
          <a:xfrm>
            <a:off x="6416278" y="5874782"/>
            <a:ext cx="240303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FINAL PROJECT EVALUATION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068753" y="5799177"/>
            <a:ext cx="3511868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26A6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12461" y="5874782"/>
            <a:ext cx="322445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UNITY 6 · AR FOUNDATION · ANDROID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6F5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6035" y="137993"/>
            <a:ext cx="5302329" cy="79534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4962" y="628769"/>
            <a:ext cx="7854077" cy="1151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Problem with Flat Screens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44962" y="2139791"/>
            <a:ext cx="4117419" cy="1870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Complex, iterative 3D models — topology optimizations, structural meshes, evolving geometries — are routinely reviewed on standard 2D monitors. This flattens spatial relationships, hides geometric nuance, and makes it difficult to perceive how a model changes across iterations.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4962" y="4178379"/>
            <a:ext cx="4117419" cy="1758196"/>
          </a:xfrm>
          <a:prstGeom prst="roundRect">
            <a:avLst>
              <a:gd name="adj" fmla="val 4403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151" y="4453057"/>
            <a:ext cx="230267" cy="1841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43608" y="4373999"/>
            <a:ext cx="3334583" cy="1335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Viewing a sequence of 20+ STL iterations on a 2D screen forces engineers to mentally reconstruct depth and change — a high-cognitive-load task prone to misinterpretation.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5219581" y="2173486"/>
            <a:ext cx="3286958" cy="1653183"/>
          </a:xfrm>
          <a:prstGeom prst="roundRect">
            <a:avLst>
              <a:gd name="adj" fmla="val 6637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196721" y="2173486"/>
            <a:ext cx="91440" cy="1653183"/>
          </a:xfrm>
          <a:prstGeom prst="roundRect">
            <a:avLst>
              <a:gd name="adj" fmla="val 84651"/>
            </a:avLst>
          </a:prstGeom>
          <a:solidFill>
            <a:srgbClr val="26A688"/>
          </a:solidFill>
          <a:ln/>
        </p:spPr>
      </p:sp>
      <p:sp>
        <p:nvSpPr>
          <p:cNvPr id="11" name="Text 7"/>
          <p:cNvSpPr/>
          <p:nvPr/>
        </p:nvSpPr>
        <p:spPr>
          <a:xfrm>
            <a:off x="5495211" y="2380536"/>
            <a:ext cx="2739747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No Spatial Context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495211" y="2818090"/>
            <a:ext cx="2804279" cy="80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2D projections strip real-world scale and depth from 3D geometry.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219581" y="3976330"/>
            <a:ext cx="3286958" cy="1653183"/>
          </a:xfrm>
          <a:prstGeom prst="roundRect">
            <a:avLst>
              <a:gd name="adj" fmla="val 6637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196721" y="3976330"/>
            <a:ext cx="91440" cy="1653183"/>
          </a:xfrm>
          <a:prstGeom prst="roundRect">
            <a:avLst>
              <a:gd name="adj" fmla="val 84651"/>
            </a:avLst>
          </a:prstGeom>
          <a:solidFill>
            <a:srgbClr val="26A688"/>
          </a:solidFill>
          <a:ln/>
        </p:spPr>
      </p:sp>
      <p:sp>
        <p:nvSpPr>
          <p:cNvPr id="15" name="Text 11"/>
          <p:cNvSpPr/>
          <p:nvPr/>
        </p:nvSpPr>
        <p:spPr>
          <a:xfrm>
            <a:off x="5495211" y="4183380"/>
            <a:ext cx="2749868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Static Comparison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5495211" y="4620935"/>
            <a:ext cx="2804279" cy="80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Side-by-side screenshots cannot convey dynamic iteration sequences.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219581" y="5779175"/>
            <a:ext cx="3286958" cy="1653183"/>
          </a:xfrm>
          <a:prstGeom prst="roundRect">
            <a:avLst>
              <a:gd name="adj" fmla="val 6637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196721" y="5779175"/>
            <a:ext cx="91440" cy="1653183"/>
          </a:xfrm>
          <a:prstGeom prst="roundRect">
            <a:avLst>
              <a:gd name="adj" fmla="val 84651"/>
            </a:avLst>
          </a:prstGeom>
          <a:solidFill>
            <a:srgbClr val="26A688"/>
          </a:solidFill>
          <a:ln/>
        </p:spPr>
      </p:sp>
      <p:sp>
        <p:nvSpPr>
          <p:cNvPr id="19" name="Text 15"/>
          <p:cNvSpPr/>
          <p:nvPr/>
        </p:nvSpPr>
        <p:spPr>
          <a:xfrm>
            <a:off x="5495211" y="5986224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No Interactivity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5495211" y="6423779"/>
            <a:ext cx="2804279" cy="80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Passive viewing prevents hands-on inspection of geometry at any angle.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6606"/>
            <a:ext cx="61057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Project Objective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9280" y="2465546"/>
            <a:ext cx="10911721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Place. Inspect. Iterate.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793790" y="378392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a fully functional mobile AR application — from zero — capable of anchoring real STL model sequences into physical space and replaying their evolution interactively.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4764881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224" y="4999315"/>
            <a:ext cx="32652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Surface Detection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8224" y="5489734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 real-world planes and anchor 3D models precisely using AR raycasting.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4764881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51396" y="49993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STL Loading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51396" y="5489734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 and parse multiple STL file iterations directly from Android local storage at runtime.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4764881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4568" y="4999315"/>
            <a:ext cx="33166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Dynamic Playback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874568" y="5489734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Simulate the evolution of model iterations with controllable speed and interactive touch input.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8291" y="540068"/>
            <a:ext cx="9362718" cy="52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Engine: Unity 6 &amp; AR Foundation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291" y="1381601"/>
            <a:ext cx="4948714" cy="4948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30866" y="3509248"/>
            <a:ext cx="6138624" cy="693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AR runtime is built on </a:t>
            </a:r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Unity 6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with </a:t>
            </a:r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 Foundation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providing a cross-platform abstraction layer over ARCore on Android. Two core AR systems power the experience: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1568291" y="6605349"/>
            <a:ext cx="374690" cy="374690"/>
          </a:xfrm>
          <a:prstGeom prst="roundRect">
            <a:avLst>
              <a:gd name="adj" fmla="val 1867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30680" y="6636484"/>
            <a:ext cx="249793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2065258" y="6662499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Plane Detection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065258" y="6996113"/>
            <a:ext cx="5173385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Continuously tracks horizontal and vertical surfaces in the environment, identifying valid anchor candidates in real time.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91519" y="6605349"/>
            <a:ext cx="374690" cy="374690"/>
          </a:xfrm>
          <a:prstGeom prst="roundRect">
            <a:avLst>
              <a:gd name="adj" fmla="val 1867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53908" y="6636484"/>
            <a:ext cx="249793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7888486" y="6662499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Raycasting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888486" y="6996113"/>
            <a:ext cx="5173504" cy="693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 tap, a ray is cast from screen-space into AR world-space. The first hit point on a detected plane becomes the model's anchor origin.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6014" y="499943"/>
            <a:ext cx="794825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Logic: Parsing &amp; Playback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1446014" y="1366361"/>
            <a:ext cx="1155263" cy="292418"/>
          </a:xfrm>
          <a:prstGeom prst="roundRect">
            <a:avLst>
              <a:gd name="adj" fmla="val 19548"/>
            </a:avLst>
          </a:prstGeom>
          <a:solidFill>
            <a:srgbClr val="D6F5EE"/>
          </a:solidFill>
          <a:ln/>
        </p:spPr>
      </p:sp>
      <p:sp>
        <p:nvSpPr>
          <p:cNvPr id="4" name="Text 2"/>
          <p:cNvSpPr/>
          <p:nvPr/>
        </p:nvSpPr>
        <p:spPr>
          <a:xfrm>
            <a:off x="1548051" y="1417320"/>
            <a:ext cx="95119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C# STL PARSER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446014" y="1709738"/>
            <a:ext cx="2943820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Custom Mesh Pipeline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46014" y="2103001"/>
            <a:ext cx="5661541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bespoke C# parser reads binary and ASCII STL files directly from Android's local storage — no Unity Editor dependency. Each file is decoded into vertex and triangle arrays and dynamically assembled into Unity 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Mesh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objects at runtime, supporting high-poly geometry without pre-baking.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30227" y="1366361"/>
            <a:ext cx="2079665" cy="307658"/>
          </a:xfrm>
          <a:prstGeom prst="roundRect">
            <a:avLst>
              <a:gd name="adj" fmla="val 18579"/>
            </a:avLst>
          </a:prstGeom>
          <a:noFill/>
          <a:ln w="7620">
            <a:solidFill>
              <a:srgbClr val="26A6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39883" y="1424940"/>
            <a:ext cx="186035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UIMANAGER STATE MACHINE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530227" y="1724978"/>
            <a:ext cx="4178379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Interactive Playback Controller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530227" y="2118241"/>
            <a:ext cx="5661541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UIManager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state machine governs all playback logic: play, pause, step-forward, step-back, and speed adjustment. States are driven by user touch events, keeping the AR scene and UI overlay in strict sync across all iteration transitions.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0939" y="3551872"/>
            <a:ext cx="9128284" cy="4177665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63369" y="4594923"/>
            <a:ext cx="586900" cy="586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740479" y="6737473"/>
            <a:ext cx="1713746" cy="330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Render AR</a:t>
            </a:r>
            <a:endParaRPr lang="en-US" sz="20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14766" y="4596024"/>
            <a:ext cx="586900" cy="5869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80688" y="6572408"/>
            <a:ext cx="1713746" cy="660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Build Mesh</a:t>
            </a:r>
            <a:endParaRPr lang="en-US" sz="2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66715" y="4596024"/>
            <a:ext cx="586899" cy="5869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32636" y="6572408"/>
            <a:ext cx="1713747" cy="660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Parse Geometry</a:t>
            </a:r>
            <a:endParaRPr lang="en-US" sz="20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06925" y="4596024"/>
            <a:ext cx="586899" cy="5869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237632" y="6737473"/>
            <a:ext cx="1713747" cy="330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Read STL</a:t>
            </a:r>
            <a:endParaRPr lang="en-US" sz="2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6F5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23" y="159425"/>
            <a:ext cx="5273754" cy="7910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0660" y="667226"/>
            <a:ext cx="5527596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App Capabilities</a:t>
            </a:r>
            <a:endParaRPr lang="en-US" sz="41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0660" y="1630680"/>
            <a:ext cx="425291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05149" y="1703665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Tap-to-Place</a:t>
            </a: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6905149" y="2155508"/>
            <a:ext cx="6980992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tap anchors the model to any detected real-world surface at the exact raycast hit point.</a:t>
            </a:r>
            <a:endParaRPr lang="en-US" sz="16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30660" y="3213259"/>
            <a:ext cx="425291" cy="42529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905149" y="3286244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Touch Controls</a:t>
            </a:r>
            <a:endParaRPr lang="en-US" sz="2050" dirty="0"/>
          </a:p>
        </p:txBody>
      </p:sp>
      <p:sp>
        <p:nvSpPr>
          <p:cNvPr id="10" name="Text 5"/>
          <p:cNvSpPr/>
          <p:nvPr/>
        </p:nvSpPr>
        <p:spPr>
          <a:xfrm>
            <a:off x="6905149" y="3738086"/>
            <a:ext cx="6980992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Pinch-to-zoom and swipe-to-rotate provide fluid, intuitive model inspection from any angle.</a:t>
            </a:r>
            <a:endParaRPr lang="en-US" sz="1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30660" y="4795838"/>
            <a:ext cx="425291" cy="42529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905149" y="4868823"/>
            <a:ext cx="3110389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Dynamic Playback</a:t>
            </a:r>
            <a:endParaRPr lang="en-US" sz="2050" dirty="0"/>
          </a:p>
        </p:txBody>
      </p:sp>
      <p:sp>
        <p:nvSpPr>
          <p:cNvPr id="13" name="Text 7"/>
          <p:cNvSpPr/>
          <p:nvPr/>
        </p:nvSpPr>
        <p:spPr>
          <a:xfrm>
            <a:off x="6905149" y="5320665"/>
            <a:ext cx="6980992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Sequences of 20+ STL iterations play back smoothly with adjustable transition speed.</a:t>
            </a:r>
            <a:endParaRPr lang="en-US" sz="16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30660" y="6378416"/>
            <a:ext cx="425291" cy="42529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905149" y="6451402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Instant Reset</a:t>
            </a:r>
            <a:endParaRPr lang="en-US" sz="2050" dirty="0"/>
          </a:p>
        </p:txBody>
      </p:sp>
      <p:sp>
        <p:nvSpPr>
          <p:cNvPr id="16" name="Text 9"/>
          <p:cNvSpPr/>
          <p:nvPr/>
        </p:nvSpPr>
        <p:spPr>
          <a:xfrm>
            <a:off x="6905149" y="6903244"/>
            <a:ext cx="6980992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single action clears the scene and restores the app to its initial detection state.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63943"/>
            <a:ext cx="79025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Results &amp; Future Work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2112883"/>
            <a:ext cx="6571417" cy="5052774"/>
          </a:xfrm>
          <a:prstGeom prst="roundRect">
            <a:avLst>
              <a:gd name="adj" fmla="val 3232"/>
            </a:avLst>
          </a:prstGeom>
          <a:solidFill>
            <a:srgbClr val="26A688"/>
          </a:solidFill>
          <a:ln/>
        </p:spPr>
      </p:sp>
      <p:sp>
        <p:nvSpPr>
          <p:cNvPr id="4" name="Shape 2"/>
          <p:cNvSpPr/>
          <p:nvPr/>
        </p:nvSpPr>
        <p:spPr>
          <a:xfrm>
            <a:off x="857250" y="2368034"/>
            <a:ext cx="1010483" cy="426244"/>
          </a:xfrm>
          <a:prstGeom prst="roundRect">
            <a:avLst>
              <a:gd name="adj" fmla="val 17880"/>
            </a:avLst>
          </a:prstGeom>
          <a:solidFill>
            <a:srgbClr val="0E3E33"/>
          </a:solidFill>
          <a:ln/>
        </p:spPr>
      </p:sp>
      <p:sp>
        <p:nvSpPr>
          <p:cNvPr id="5" name="Text 3"/>
          <p:cNvSpPr/>
          <p:nvPr/>
        </p:nvSpPr>
        <p:spPr>
          <a:xfrm>
            <a:off x="993338" y="2436019"/>
            <a:ext cx="73830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7250" y="2885003"/>
            <a:ext cx="611778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Stable, Responsive, Production-Ready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7250" y="3820478"/>
            <a:ext cx="611778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application successfully renders high-poly STL sequences across 20+ iterations with no frame drops. The AR anchoring is stable, the touch controls are responsive, and the UI overlay remains in sync throughout all playback states.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57250" y="5839063"/>
            <a:ext cx="6117788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Zero frame drops on high-poly geometry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Reliable plane detection and model anchoring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Smooth iteration transitions at variable speed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599521" y="2368034"/>
            <a:ext cx="1536502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26A6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43230" y="2443639"/>
            <a:ext cx="124908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99521" y="2900243"/>
            <a:ext cx="28954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Next Milestones</a:t>
            </a:r>
            <a:endParaRPr lang="en-US" sz="22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4532" y="3516749"/>
            <a:ext cx="340162" cy="34016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336637" y="3509724"/>
            <a:ext cx="37195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Real-Time File Upload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336637" y="4090868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 users to import STL files directly within the app, removing the local-storage dependency.</a:t>
            </a:r>
            <a:endParaRPr lang="en-US" sz="17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4532" y="5277326"/>
            <a:ext cx="340162" cy="34016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336637" y="5270302"/>
            <a:ext cx="54475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Grouped Iteration Comparison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8336637" y="5851446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Render multiple selected iterations simultaneously in AR to support direct spatial comparison.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2026-04-19T23:36:53Z</dcterms:created>
  <dcterms:modified xsi:type="dcterms:W3CDTF">2026-04-19T23:36:53Z</dcterms:modified>
</cp:coreProperties>
</file>